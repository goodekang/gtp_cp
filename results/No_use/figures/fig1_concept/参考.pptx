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-42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1D3F1D-3740-8B7A-89E9-84AD91709A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4615EEF-01D4-475E-152C-FE29280AE2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AB0554-7882-EFBA-1E01-54941CA7C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FE1A0-967F-45F1-8053-2DA45D5EE26E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F0421F-7807-C2F5-FF4E-7B51DE224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349636-5870-EE6E-55AB-ED63CB466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9AFC5-CC5F-4E9A-BB98-54C68E8503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1908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1CF017-E343-7408-9E17-6A97760F4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6F6848-9347-F150-9548-F3A869F6E2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6E1FC1-D850-EBDA-659F-9D753DD77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FE1A0-967F-45F1-8053-2DA45D5EE26E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7C0796-D614-EC33-9B43-B4B92E81A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160048-A4D2-9AB9-5028-3EB4F42B6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9AFC5-CC5F-4E9A-BB98-54C68E8503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5883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EB62E1-6F9F-9872-8D3A-2352243F7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FFB73C8-A03E-6C8C-85FC-7D26164DAE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09E6D2B-0A7E-A838-895D-3EAD74C13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FE1A0-967F-45F1-8053-2DA45D5EE26E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7619AFF-C65E-F3F6-BB20-A7CC1D740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514B46-9489-63E0-2310-AA5DE3B86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9AFC5-CC5F-4E9A-BB98-54C68E8503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2542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399B37-37EB-651E-7510-387F009AE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0641CF-EA21-12B1-8ACC-98F4ED7ECB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6715035-036A-3466-EFD5-3A56423837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F57C46B-C29A-317B-7FF2-0AA385624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FE1A0-967F-45F1-8053-2DA45D5EE26E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1484200-D6BC-F811-ABD0-4A12F1D44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7B412E4-8AC2-8DF7-534B-21FD465F2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9AFC5-CC5F-4E9A-BB98-54C68E8503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1470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8B8AC6-0AA3-8D0D-DB08-78710D9C7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B4F4A76-5122-A562-596F-94A83EB178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AA33AF4-9B5C-7AB1-EC41-EDD1249710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571115B-4D1D-8FA6-83B0-EE4396F831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BB24FF2-9B9E-9A49-E877-C051902D42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C1F1714-68BC-C4F8-EC07-96F1FDBE9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FE1A0-967F-45F1-8053-2DA45D5EE26E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BA0FA64-32CB-E405-6E7B-645D44F42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850DE1D-6D30-2726-6E83-B6DA2367A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9AFC5-CC5F-4E9A-BB98-54C68E8503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631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0B0204-7DCB-B390-6D46-3DFBBB2E4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3DB8498-8772-B880-7352-8AEE61B61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FE1A0-967F-45F1-8053-2DA45D5EE26E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249A2C3-D2C7-B60D-4101-BCDF23538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F7B7BD4-4E33-9A8B-8F47-6DDC03267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9AFC5-CC5F-4E9A-BB98-54C68E8503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9422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3684B11-7BCA-4F4E-9553-9F69E404D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FE1A0-967F-45F1-8053-2DA45D5EE26E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9632F2B-EF51-B579-26E0-9B03561F8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123A22E-228F-211A-5DA8-807748DB1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9AFC5-CC5F-4E9A-BB98-54C68E8503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0673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6F5F28-CFB1-D360-937E-55DC33A11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025B17-1B77-228B-060E-50A07AD578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064C26A-6921-496E-94BC-F5E734D372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754A9F7-07BB-8910-63F3-EA4AE80A3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FE1A0-967F-45F1-8053-2DA45D5EE26E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4CB01EA-872C-47B4-4659-963BF6A0E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95D0F4C-027A-ACF4-B15C-21871A979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9AFC5-CC5F-4E9A-BB98-54C68E8503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3836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BD69EF-4948-C4EF-9FE7-B11F04378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B27E608-0C4D-AAC8-EA50-0EAB38C0EE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2E046BD-F864-A0F4-85B3-6C04671111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FFEC5CA-7E23-73B6-F225-60D9894E4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FE1A0-967F-45F1-8053-2DA45D5EE26E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6D1AEB0-BEE8-5DDA-4FE4-7EEBFC178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7B9C816-E351-687C-DC04-F3AA677E1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9AFC5-CC5F-4E9A-BB98-54C68E8503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7950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B133BA-B760-633F-01A8-D2F78A923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9F871BE-60C5-70AD-B729-C6FC3E7A63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EB4EB1-B0B2-E09F-1FA2-DB71F5003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FE1A0-967F-45F1-8053-2DA45D5EE26E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949D0D-5D4C-6035-FE77-0B15FE7C9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A2DCF9-BDBC-00BD-EF08-410D1B938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9AFC5-CC5F-4E9A-BB98-54C68E8503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6978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6F1F87E-D3CD-DA5C-CC61-66A87A6B6F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921DAC4-480C-9D41-2526-E30C6CD2F3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6ABA26-4C4D-3204-E7A0-352A46561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FE1A0-967F-45F1-8053-2DA45D5EE26E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541C77-932B-DD9E-E0BD-DDC445157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B0AAE3A-F37F-3136-1439-B9F6F495B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9AFC5-CC5F-4E9A-BB98-54C68E8503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0339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05ADF77-73E4-9033-4CAB-927C6CB2A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96A046F-8EFC-0682-3F6D-1B4411D90E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5607AC-AEE6-B40A-2259-366046918A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5FE1A0-967F-45F1-8053-2DA45D5EE26E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5D6CFE-A529-B101-5184-B3C90D0C4C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EFF915-C0D9-D520-8CC6-5A094917C0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09AFC5-CC5F-4E9A-BB98-54C68E8503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8630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示&#10;&#10;AI 生成的内容可能不正确。">
            <a:extLst>
              <a:ext uri="{FF2B5EF4-FFF2-40B4-BE49-F238E27FC236}">
                <a16:creationId xmlns:a16="http://schemas.microsoft.com/office/drawing/2014/main" id="{10AE614B-62B9-6580-355B-CF2843BC5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211" y="-34741"/>
            <a:ext cx="9368287" cy="3463741"/>
          </a:xfrm>
          <a:prstGeom prst="rect">
            <a:avLst/>
          </a:prstGeom>
        </p:spPr>
      </p:pic>
      <p:pic>
        <p:nvPicPr>
          <p:cNvPr id="7" name="图片 6" descr="图形用户界面, 图表&#10;&#10;AI 生成的内容可能不正确。">
            <a:extLst>
              <a:ext uri="{FF2B5EF4-FFF2-40B4-BE49-F238E27FC236}">
                <a16:creationId xmlns:a16="http://schemas.microsoft.com/office/drawing/2014/main" id="{65629E84-8A5A-0656-573B-94B285E85D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687" y="3547259"/>
            <a:ext cx="8264106" cy="3142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738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图 1">
            <a:extLst>
              <a:ext uri="{FF2B5EF4-FFF2-40B4-BE49-F238E27FC236}">
                <a16:creationId xmlns:a16="http://schemas.microsoft.com/office/drawing/2014/main" id="{BEE40725-F8C0-9C2B-FA23-4C5D3475DE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7529" y="-1"/>
            <a:ext cx="6836524" cy="6686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5749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, 图示&#10;&#10;AI 生成的内容可能不正确。">
            <a:extLst>
              <a:ext uri="{FF2B5EF4-FFF2-40B4-BE49-F238E27FC236}">
                <a16:creationId xmlns:a16="http://schemas.microsoft.com/office/drawing/2014/main" id="{58246D6D-A888-1731-E93B-BAB555A8B7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2154"/>
            <a:ext cx="12192000" cy="6233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734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ig. 1">
            <a:extLst>
              <a:ext uri="{FF2B5EF4-FFF2-40B4-BE49-F238E27FC236}">
                <a16:creationId xmlns:a16="http://schemas.microsoft.com/office/drawing/2014/main" id="{480F075B-989D-5E69-65B6-700020BA96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213" y="0"/>
            <a:ext cx="103155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74963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6307</TotalTime>
  <Words>0</Words>
  <Application>Microsoft Office PowerPoint</Application>
  <PresentationFormat>宽屏</PresentationFormat>
  <Paragraphs>0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dekang guo</dc:creator>
  <cp:lastModifiedBy>dekang guo</cp:lastModifiedBy>
  <cp:revision>3</cp:revision>
  <dcterms:created xsi:type="dcterms:W3CDTF">2025-12-21T06:38:09Z</dcterms:created>
  <dcterms:modified xsi:type="dcterms:W3CDTF">2025-12-26T08:43:50Z</dcterms:modified>
</cp:coreProperties>
</file>